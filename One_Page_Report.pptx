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ggcuyWRdii2uuHO1/CXeMqDTw+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410816" y="185531"/>
            <a:ext cx="11463132" cy="461665"/>
          </a:xfrm>
          <a:prstGeom prst="rect">
            <a:avLst/>
          </a:prstGeom>
          <a:solidFill>
            <a:srgbClr val="9CC2E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 Team Weekly Report – One Page Template </a:t>
            </a:r>
            <a:endParaRPr b="1" baseline="-2500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410816" y="819089"/>
            <a:ext cx="3445500" cy="871200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PROJECT/FEATURE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600">
                <a:solidFill>
                  <a:schemeClr val="dk1"/>
                </a:solidFill>
              </a:rPr>
              <a:t>Medical Store Management System</a:t>
            </a:r>
            <a:br>
              <a:rPr lang="en-US" sz="1600">
                <a:solidFill>
                  <a:schemeClr val="dk1"/>
                </a:solidFill>
              </a:rPr>
            </a:br>
            <a:r>
              <a:rPr lang="en-US" sz="1600">
                <a:solidFill>
                  <a:schemeClr val="dk1"/>
                </a:solidFill>
              </a:rPr>
              <a:t>Project Selection &amp; Team Planning.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8242852" y="795130"/>
            <a:ext cx="3631096" cy="923330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TEAM/LEADER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11th August 2026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Leader: Sumit Bhamare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4121426" y="795130"/>
            <a:ext cx="3829800" cy="861900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&amp; MENTOR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Team: 2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Mentor: Mr. Mahesh Kandekar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450573" y="1943174"/>
            <a:ext cx="3445500" cy="2031300"/>
          </a:xfrm>
          <a:prstGeom prst="rect">
            <a:avLst/>
          </a:prstGeom>
          <a:solidFill>
            <a:srgbClr val="92D0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 COMPLETED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4121426" y="1954697"/>
            <a:ext cx="3829878" cy="2031325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CHALLENGES/RISKS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8242853" y="1954697"/>
            <a:ext cx="3631096" cy="2031325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 NEEDED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60500" y="4158950"/>
            <a:ext cx="5498700" cy="1108200"/>
          </a:xfrm>
          <a:prstGeom prst="rect">
            <a:avLst/>
          </a:prstGeom>
          <a:solidFill>
            <a:srgbClr val="ACB8C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 AND COLLABORATION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Discussed the overall workflow and module dependencies.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Assigned responsibilities among team members and established GitHub-based collaboration.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241774" y="4158956"/>
            <a:ext cx="5619000" cy="861900"/>
          </a:xfrm>
          <a:prstGeom prst="rect">
            <a:avLst/>
          </a:prstGeom>
          <a:solidFill>
            <a:srgbClr val="ACB8C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KPI EVIDENCES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allocation completed, requirements documented, and initial architecture/ER design prepared.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503581" y="5451409"/>
            <a:ext cx="6619500" cy="861900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 WEEK COMMITMENTS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lead for next week: Vedantika Mahadik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Begin module-wise development and research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242300" y="5451397"/>
            <a:ext cx="4618500" cy="923400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MENTOR RESPONSE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with the module development.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451652" y="2146852"/>
            <a:ext cx="12324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410825" y="2358675"/>
            <a:ext cx="3273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Divided modules and responsibilities.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Finalized initial requirements and project scope.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Prepared the initial system architecture/ER design.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4273823" y="2349095"/>
            <a:ext cx="3438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Understanding how the 8 modules will interact and ensuring clear responsibility among team members.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8338929" y="2425796"/>
            <a:ext cx="343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None as present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2026-08-06T17:56:38Z</dcterms:created>
  <dc:creator>HP</dc:creator>
</cp:coreProperties>
</file>